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Lato" panose="020B0604020202020204" charset="0"/>
      <p:regular r:id="rId4"/>
      <p:bold r:id="rId5"/>
      <p:italic r:id="rId6"/>
      <p:boldItalic r:id="rId7"/>
    </p:embeddedFont>
    <p:embeddedFont>
      <p:font typeface="Source Sans Pro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5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f2420982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cf2420982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56850" y="807809"/>
            <a:ext cx="8867700" cy="3999900"/>
          </a:xfrm>
          <a:prstGeom prst="roundRect">
            <a:avLst>
              <a:gd name="adj" fmla="val 3196"/>
            </a:avLst>
          </a:prstGeom>
          <a:noFill/>
          <a:ln w="9525" cap="flat" cmpd="sng">
            <a:solidFill>
              <a:srgbClr val="DFD4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43280" y="698325"/>
            <a:ext cx="2851800" cy="23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181818"/>
                </a:solidFill>
              </a:rPr>
              <a:t>DESAFIO</a:t>
            </a:r>
            <a:endParaRPr b="1">
              <a:solidFill>
                <a:srgbClr val="181818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-28350" y="532812"/>
            <a:ext cx="9200700" cy="13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" name="Google Shape;57;p13"/>
          <p:cNvSpPr txBox="1"/>
          <p:nvPr/>
        </p:nvSpPr>
        <p:spPr>
          <a:xfrm>
            <a:off x="148050" y="1030100"/>
            <a:ext cx="8617200" cy="37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 dirty="0">
                <a:solidFill>
                  <a:schemeClr val="dk1"/>
                </a:solidFill>
              </a:rPr>
              <a:t>Importante: Para este caso estamos utilizando dados fictícios.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lvl="0" indent="-311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 dirty="0">
                <a:solidFill>
                  <a:schemeClr val="dk1"/>
                </a:solidFill>
              </a:rPr>
              <a:t>Realizamos uma pesquisa mercadológica com o objetivo de avaliarmos nosso posicionamento de preços x mercado.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lvl="0" indent="-311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 dirty="0">
                <a:solidFill>
                  <a:schemeClr val="dk1"/>
                </a:solidFill>
              </a:rPr>
              <a:t>Vale mencionar que para este estudo, o mercado contempla </a:t>
            </a:r>
            <a:r>
              <a:rPr lang="pt-BR" sz="1300" dirty="0" smtClean="0">
                <a:solidFill>
                  <a:schemeClr val="dk1"/>
                </a:solidFill>
              </a:rPr>
              <a:t>as cotações/orçamentos </a:t>
            </a:r>
            <a:r>
              <a:rPr lang="pt-BR" sz="1300" dirty="0" smtClean="0">
                <a:solidFill>
                  <a:schemeClr val="dk1"/>
                </a:solidFill>
              </a:rPr>
              <a:t>de </a:t>
            </a:r>
            <a:r>
              <a:rPr lang="pt-BR" sz="1300" dirty="0">
                <a:solidFill>
                  <a:schemeClr val="dk1"/>
                </a:solidFill>
              </a:rPr>
              <a:t>aproximadamente 10 concorrentes.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lvl="0" indent="-311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 dirty="0">
                <a:solidFill>
                  <a:schemeClr val="dk1"/>
                </a:solidFill>
              </a:rPr>
              <a:t>A base para análise possui variáveis quantitativas e qualitativas, sendo composta da seguinte maneira:</a:t>
            </a:r>
            <a:endParaRPr sz="1300" dirty="0">
              <a:solidFill>
                <a:schemeClr val="dk1"/>
              </a:solidFill>
            </a:endParaRPr>
          </a:p>
          <a:p>
            <a:pPr marL="914400" lvl="1" indent="-311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pt-BR" sz="1300" dirty="0">
                <a:solidFill>
                  <a:schemeClr val="dk1"/>
                </a:solidFill>
              </a:rPr>
              <a:t>Preço médio da cia interna, 4 cias concorrentes e o mercado como um todo.</a:t>
            </a:r>
            <a:endParaRPr sz="1300" dirty="0">
              <a:solidFill>
                <a:schemeClr val="dk1"/>
              </a:solidFill>
            </a:endParaRPr>
          </a:p>
          <a:p>
            <a:pPr marL="914400" lvl="1" indent="-311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pt-BR" sz="1300" dirty="0">
                <a:solidFill>
                  <a:schemeClr val="dk1"/>
                </a:solidFill>
              </a:rPr>
              <a:t>% de vendas atingido ao longo do período.</a:t>
            </a:r>
            <a:endParaRPr sz="1300" dirty="0">
              <a:solidFill>
                <a:schemeClr val="dk1"/>
              </a:solidFill>
            </a:endParaRPr>
          </a:p>
          <a:p>
            <a:pPr marL="914400" lvl="1" indent="-311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pt-BR" sz="1300" dirty="0">
                <a:solidFill>
                  <a:schemeClr val="dk1"/>
                </a:solidFill>
              </a:rPr>
              <a:t>Variável 1, representa dois perfis de clientes.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 dirty="0">
                <a:solidFill>
                  <a:schemeClr val="dk1"/>
                </a:solidFill>
              </a:rPr>
              <a:t>O que esperamos?</a:t>
            </a:r>
            <a:endParaRPr sz="1300" b="1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457200" lvl="0" indent="-311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 dirty="0">
                <a:solidFill>
                  <a:schemeClr val="dk1"/>
                </a:solidFill>
              </a:rPr>
              <a:t>Análise de posicionamento de mercado.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 dirty="0">
                <a:solidFill>
                  <a:schemeClr val="dk1"/>
                </a:solidFill>
              </a:rPr>
              <a:t>Precisamos atingir 15% de vendas no mês. O que precisamos fazer?.</a:t>
            </a:r>
            <a:endParaRPr sz="1300" b="1" dirty="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-15675" y="-13800"/>
            <a:ext cx="5038200" cy="5604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800" b="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CASE - NOVOS NEGÓCIOS</a:t>
            </a:r>
            <a:endParaRPr sz="18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PresentationFormat>Apresentação na tela (16:9)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Lato</vt:lpstr>
      <vt:lpstr>Arial</vt:lpstr>
      <vt:lpstr>Source Sans Pro</vt:lpstr>
      <vt:lpstr>Simple Light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Caio Cesar Yonashiro</cp:lastModifiedBy>
  <cp:revision>1</cp:revision>
  <dcterms:modified xsi:type="dcterms:W3CDTF">2022-05-15T14:23:16Z</dcterms:modified>
</cp:coreProperties>
</file>